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Poppins Bold" charset="1" panose="00000800000000000000"/>
      <p:regular r:id="rId11"/>
    </p:embeddedFont>
    <p:embeddedFont>
      <p:font typeface="Poppins" charset="1" panose="0000050000000000000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https://hackfest.dev/register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954" t="0" r="-1954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5367" y="511054"/>
            <a:ext cx="17117473" cy="9264872"/>
            <a:chOff x="0" y="0"/>
            <a:chExt cx="22823297" cy="1235316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823297" cy="12353163"/>
            </a:xfrm>
            <a:custGeom>
              <a:avLst/>
              <a:gdLst/>
              <a:ahLst/>
              <a:cxnLst/>
              <a:rect r="r" b="b" t="t" l="l"/>
              <a:pathLst>
                <a:path h="12353163" w="22823297">
                  <a:moveTo>
                    <a:pt x="0" y="2058924"/>
                  </a:moveTo>
                  <a:cubicBezTo>
                    <a:pt x="0" y="921766"/>
                    <a:pt x="921766" y="0"/>
                    <a:pt x="2058924" y="0"/>
                  </a:cubicBezTo>
                  <a:lnTo>
                    <a:pt x="20764373" y="0"/>
                  </a:lnTo>
                  <a:cubicBezTo>
                    <a:pt x="21901531" y="0"/>
                    <a:pt x="22823297" y="921766"/>
                    <a:pt x="22823297" y="2058924"/>
                  </a:cubicBezTo>
                  <a:lnTo>
                    <a:pt x="22823297" y="10294239"/>
                  </a:lnTo>
                  <a:cubicBezTo>
                    <a:pt x="22823297" y="11431397"/>
                    <a:pt x="21901531" y="12353163"/>
                    <a:pt x="20764373" y="12353163"/>
                  </a:cubicBezTo>
                  <a:lnTo>
                    <a:pt x="2058924" y="12353163"/>
                  </a:lnTo>
                  <a:cubicBezTo>
                    <a:pt x="921766" y="12353163"/>
                    <a:pt x="0" y="11431397"/>
                    <a:pt x="0" y="1029423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475856" y="1139838"/>
            <a:ext cx="3406483" cy="1261186"/>
            <a:chOff x="0" y="0"/>
            <a:chExt cx="4541977" cy="168158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542028" cy="1681607"/>
            </a:xfrm>
            <a:custGeom>
              <a:avLst/>
              <a:gdLst/>
              <a:ahLst/>
              <a:cxnLst/>
              <a:rect r="r" b="b" t="t" l="l"/>
              <a:pathLst>
                <a:path h="1681607" w="4542028">
                  <a:moveTo>
                    <a:pt x="0" y="0"/>
                  </a:moveTo>
                  <a:lnTo>
                    <a:pt x="4542028" y="0"/>
                  </a:lnTo>
                  <a:lnTo>
                    <a:pt x="4542028" y="1681607"/>
                  </a:lnTo>
                  <a:lnTo>
                    <a:pt x="0" y="16816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6" t="0" r="-45" b="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45940" y="1312907"/>
            <a:ext cx="5541502" cy="768125"/>
            <a:chOff x="0" y="0"/>
            <a:chExt cx="7388670" cy="10241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388606" cy="1024128"/>
            </a:xfrm>
            <a:custGeom>
              <a:avLst/>
              <a:gdLst/>
              <a:ahLst/>
              <a:cxnLst/>
              <a:rect r="r" b="b" t="t" l="l"/>
              <a:pathLst>
                <a:path h="1024128" w="7388606">
                  <a:moveTo>
                    <a:pt x="0" y="0"/>
                  </a:moveTo>
                  <a:lnTo>
                    <a:pt x="7388606" y="0"/>
                  </a:lnTo>
                  <a:lnTo>
                    <a:pt x="7388606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3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421522" y="4535910"/>
            <a:ext cx="13444957" cy="381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500" spc="1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Team Name:                   </a:t>
            </a:r>
            <a:r>
              <a:rPr lang="en-US" sz="3500" spc="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[Your Team Name]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  <a:r>
              <a:rPr lang="en-US" b="true" sz="3500" spc="1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College Name:               </a:t>
            </a:r>
            <a:r>
              <a:rPr lang="en-US" sz="3500" spc="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[ You College Name], [State]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  <a:r>
              <a:rPr lang="en-US" b="true" sz="3500" spc="1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Track:                                   </a:t>
            </a:r>
            <a:r>
              <a:rPr lang="en-US" sz="3500" spc="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[Your Hackathon Track]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  <a:r>
              <a:rPr lang="en-US" b="true" sz="3500" spc="1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Statement:  </a:t>
            </a:r>
            <a:r>
              <a:rPr lang="en-US" sz="3500" spc="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[ Brief Description]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153458" y="2477624"/>
            <a:ext cx="9981084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05"/>
              </a:lnSpc>
            </a:pPr>
            <a:r>
              <a:rPr lang="en-US" b="true" sz="9005" spc="43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HACKFEST - 2026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954" t="0" r="-1954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5367" y="511054"/>
            <a:ext cx="17117473" cy="9264872"/>
            <a:chOff x="0" y="0"/>
            <a:chExt cx="22823297" cy="1235316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823297" cy="12353163"/>
            </a:xfrm>
            <a:custGeom>
              <a:avLst/>
              <a:gdLst/>
              <a:ahLst/>
              <a:cxnLst/>
              <a:rect r="r" b="b" t="t" l="l"/>
              <a:pathLst>
                <a:path h="12353163" w="22823297">
                  <a:moveTo>
                    <a:pt x="0" y="2058924"/>
                  </a:moveTo>
                  <a:cubicBezTo>
                    <a:pt x="0" y="921766"/>
                    <a:pt x="921766" y="0"/>
                    <a:pt x="2058924" y="0"/>
                  </a:cubicBezTo>
                  <a:lnTo>
                    <a:pt x="20764373" y="0"/>
                  </a:lnTo>
                  <a:cubicBezTo>
                    <a:pt x="21901531" y="0"/>
                    <a:pt x="22823297" y="921766"/>
                    <a:pt x="22823297" y="2058924"/>
                  </a:cubicBezTo>
                  <a:lnTo>
                    <a:pt x="22823297" y="10294239"/>
                  </a:lnTo>
                  <a:cubicBezTo>
                    <a:pt x="22823297" y="11431397"/>
                    <a:pt x="21901531" y="12353163"/>
                    <a:pt x="20764373" y="12353163"/>
                  </a:cubicBezTo>
                  <a:lnTo>
                    <a:pt x="2058924" y="12353163"/>
                  </a:lnTo>
                  <a:cubicBezTo>
                    <a:pt x="921766" y="12353163"/>
                    <a:pt x="0" y="11431397"/>
                    <a:pt x="0" y="1029423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920201" y="1112815"/>
            <a:ext cx="7994494" cy="6108621"/>
          </a:xfrm>
          <a:custGeom>
            <a:avLst/>
            <a:gdLst/>
            <a:ahLst/>
            <a:cxnLst/>
            <a:rect r="r" b="b" t="t" l="l"/>
            <a:pathLst>
              <a:path h="6108621" w="7994494">
                <a:moveTo>
                  <a:pt x="0" y="0"/>
                </a:moveTo>
                <a:lnTo>
                  <a:pt x="7994494" y="0"/>
                </a:lnTo>
                <a:lnTo>
                  <a:pt x="7994494" y="6108621"/>
                </a:lnTo>
                <a:lnTo>
                  <a:pt x="0" y="61086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79249" y="1353474"/>
            <a:ext cx="7257698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b="true" sz="5250" spc="25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Approach:</a:t>
            </a:r>
            <a:r>
              <a:rPr lang="en-US" b="true" sz="5250" spc="2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79249" y="2540079"/>
            <a:ext cx="7257698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spc="2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Briefly</a:t>
            </a:r>
            <a:r>
              <a:rPr lang="en-US" b="true" sz="2499" spc="23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499" spc="2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Describe your solution approach here 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9035501" y="1112815"/>
            <a:ext cx="7994494" cy="6108621"/>
          </a:xfrm>
          <a:custGeom>
            <a:avLst/>
            <a:gdLst/>
            <a:ahLst/>
            <a:cxnLst/>
            <a:rect r="r" b="b" t="t" l="l"/>
            <a:pathLst>
              <a:path h="6108621" w="7994494">
                <a:moveTo>
                  <a:pt x="0" y="0"/>
                </a:moveTo>
                <a:lnTo>
                  <a:pt x="7994494" y="0"/>
                </a:lnTo>
                <a:lnTo>
                  <a:pt x="7994494" y="6108621"/>
                </a:lnTo>
                <a:lnTo>
                  <a:pt x="0" y="61086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586903" y="1353474"/>
            <a:ext cx="6923189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b="true" sz="5250" spc="25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Technology Stack: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86903" y="2540079"/>
            <a:ext cx="669713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spc="2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List the technology stack you’ll be using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716380" y="7660053"/>
            <a:ext cx="8835390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b="true" sz="5250" spc="25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Use Cases: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790550" y="8743950"/>
            <a:ext cx="1068705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spc="2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 List and briefly explain the use cases here 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954" t="0" r="-1954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5367" y="511054"/>
            <a:ext cx="17117473" cy="9264872"/>
            <a:chOff x="0" y="0"/>
            <a:chExt cx="22823297" cy="1235316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823297" cy="12353163"/>
            </a:xfrm>
            <a:custGeom>
              <a:avLst/>
              <a:gdLst/>
              <a:ahLst/>
              <a:cxnLst/>
              <a:rect r="r" b="b" t="t" l="l"/>
              <a:pathLst>
                <a:path h="12353163" w="22823297">
                  <a:moveTo>
                    <a:pt x="0" y="2058924"/>
                  </a:moveTo>
                  <a:cubicBezTo>
                    <a:pt x="0" y="921766"/>
                    <a:pt x="921766" y="0"/>
                    <a:pt x="2058924" y="0"/>
                  </a:cubicBezTo>
                  <a:lnTo>
                    <a:pt x="20764373" y="0"/>
                  </a:lnTo>
                  <a:cubicBezTo>
                    <a:pt x="21901531" y="0"/>
                    <a:pt x="22823297" y="921766"/>
                    <a:pt x="22823297" y="2058924"/>
                  </a:cubicBezTo>
                  <a:lnTo>
                    <a:pt x="22823297" y="10294239"/>
                  </a:lnTo>
                  <a:cubicBezTo>
                    <a:pt x="22823297" y="11431397"/>
                    <a:pt x="21901531" y="12353163"/>
                    <a:pt x="20764373" y="12353163"/>
                  </a:cubicBezTo>
                  <a:lnTo>
                    <a:pt x="2058924" y="12353163"/>
                  </a:lnTo>
                  <a:cubicBezTo>
                    <a:pt x="921766" y="12353163"/>
                    <a:pt x="0" y="11431397"/>
                    <a:pt x="0" y="1029423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080260" y="1175890"/>
            <a:ext cx="6949440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b="true" sz="5250" spc="25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Architecture: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80260" y="2433037"/>
            <a:ext cx="1372743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Describe the Architecture with different components of the proposed solution 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954" t="0" r="-1954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5367" y="511054"/>
            <a:ext cx="17117473" cy="9264872"/>
            <a:chOff x="0" y="0"/>
            <a:chExt cx="22823297" cy="1235316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823297" cy="12353163"/>
            </a:xfrm>
            <a:custGeom>
              <a:avLst/>
              <a:gdLst/>
              <a:ahLst/>
              <a:cxnLst/>
              <a:rect r="r" b="b" t="t" l="l"/>
              <a:pathLst>
                <a:path h="12353163" w="22823297">
                  <a:moveTo>
                    <a:pt x="0" y="2058924"/>
                  </a:moveTo>
                  <a:cubicBezTo>
                    <a:pt x="0" y="921766"/>
                    <a:pt x="921766" y="0"/>
                    <a:pt x="2058924" y="0"/>
                  </a:cubicBezTo>
                  <a:lnTo>
                    <a:pt x="20764373" y="0"/>
                  </a:lnTo>
                  <a:cubicBezTo>
                    <a:pt x="21901531" y="0"/>
                    <a:pt x="22823297" y="921766"/>
                    <a:pt x="22823297" y="2058924"/>
                  </a:cubicBezTo>
                  <a:lnTo>
                    <a:pt x="22823297" y="10294239"/>
                  </a:lnTo>
                  <a:cubicBezTo>
                    <a:pt x="22823297" y="11431397"/>
                    <a:pt x="21901531" y="12353163"/>
                    <a:pt x="20764373" y="12353163"/>
                  </a:cubicBezTo>
                  <a:lnTo>
                    <a:pt x="2058924" y="12353163"/>
                  </a:lnTo>
                  <a:cubicBezTo>
                    <a:pt x="921766" y="12353163"/>
                    <a:pt x="0" y="11431397"/>
                    <a:pt x="0" y="1029423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080260" y="1175890"/>
            <a:ext cx="9197340" cy="855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b="true" sz="5250" spc="25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Additional Information: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954" t="0" r="-1954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5367" y="511054"/>
            <a:ext cx="17117473" cy="9264872"/>
            <a:chOff x="0" y="0"/>
            <a:chExt cx="22823297" cy="1235316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823297" cy="12353163"/>
            </a:xfrm>
            <a:custGeom>
              <a:avLst/>
              <a:gdLst/>
              <a:ahLst/>
              <a:cxnLst/>
              <a:rect r="r" b="b" t="t" l="l"/>
              <a:pathLst>
                <a:path h="12353163" w="22823297">
                  <a:moveTo>
                    <a:pt x="0" y="2058924"/>
                  </a:moveTo>
                  <a:cubicBezTo>
                    <a:pt x="0" y="921766"/>
                    <a:pt x="921766" y="0"/>
                    <a:pt x="2058924" y="0"/>
                  </a:cubicBezTo>
                  <a:lnTo>
                    <a:pt x="20764373" y="0"/>
                  </a:lnTo>
                  <a:cubicBezTo>
                    <a:pt x="21901531" y="0"/>
                    <a:pt x="22823297" y="921766"/>
                    <a:pt x="22823297" y="2058924"/>
                  </a:cubicBezTo>
                  <a:lnTo>
                    <a:pt x="22823297" y="10294239"/>
                  </a:lnTo>
                  <a:cubicBezTo>
                    <a:pt x="22823297" y="11431397"/>
                    <a:pt x="21901531" y="12353163"/>
                    <a:pt x="20764373" y="12353163"/>
                  </a:cubicBezTo>
                  <a:lnTo>
                    <a:pt x="2058924" y="12353163"/>
                  </a:lnTo>
                  <a:cubicBezTo>
                    <a:pt x="921766" y="12353163"/>
                    <a:pt x="0" y="11431397"/>
                    <a:pt x="0" y="1029423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669228" y="1503483"/>
            <a:ext cx="10378440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b="true" sz="5250" spc="25" u="sng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General Instructions: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69228" y="2484320"/>
            <a:ext cx="14929685" cy="613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27722" indent="-175907" lvl="2">
              <a:lnSpc>
                <a:spcPts val="3499"/>
              </a:lnSpc>
              <a:buFont typeface="Arial"/>
              <a:buChar char="⚬"/>
            </a:pPr>
            <a:r>
              <a:rPr lang="en-US" sz="2499" spc="2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Limit the number of slides to 3 (excluding Team information page)</a:t>
            </a:r>
          </a:p>
          <a:p>
            <a:pPr algn="just" marL="527722" indent="-175907" lvl="2">
              <a:lnSpc>
                <a:spcPts val="3499"/>
              </a:lnSpc>
              <a:buFont typeface="Arial"/>
              <a:buChar char="⚬"/>
            </a:pPr>
            <a:r>
              <a:rPr lang="en-US" sz="2499" spc="2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All the 4 compulsory sections need to be utilized and included. </a:t>
            </a:r>
          </a:p>
          <a:p>
            <a:pPr algn="just" marL="527722" indent="-175907" lvl="2">
              <a:lnSpc>
                <a:spcPts val="3499"/>
              </a:lnSpc>
              <a:buFont typeface="Arial"/>
              <a:buChar char="⚬"/>
            </a:pPr>
            <a:r>
              <a:rPr lang="en-US" sz="2499" spc="2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 limit on the length of each section; it can span less or more than one page, but overall the ppt must be 4 pages long </a:t>
            </a:r>
          </a:p>
          <a:p>
            <a:pPr algn="just" marL="527722" indent="-175907" lvl="2">
              <a:lnSpc>
                <a:spcPts val="3499"/>
              </a:lnSpc>
              <a:buFont typeface="Arial"/>
              <a:buChar char="⚬"/>
            </a:pPr>
            <a:r>
              <a:rPr lang="en-US" sz="2499" spc="2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Maintain the same order of the sections.</a:t>
            </a:r>
          </a:p>
          <a:p>
            <a:pPr algn="just" marL="527722" indent="-175907" lvl="2">
              <a:lnSpc>
                <a:spcPts val="3499"/>
              </a:lnSpc>
              <a:buFont typeface="Arial"/>
              <a:buChar char="⚬"/>
            </a:pPr>
            <a:r>
              <a:rPr lang="en-US" sz="2499" spc="2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Images can be included if necessary for better understanding but not mandatory. </a:t>
            </a:r>
          </a:p>
          <a:p>
            <a:pPr algn="just" marL="527722" indent="-175907" lvl="2">
              <a:lnSpc>
                <a:spcPts val="3499"/>
              </a:lnSpc>
              <a:buFont typeface="Arial"/>
              <a:buChar char="⚬"/>
            </a:pPr>
            <a:r>
              <a:rPr lang="en-US" sz="2499" spc="2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Avoid paragraphs; Keep the pointers precise. </a:t>
            </a:r>
          </a:p>
          <a:p>
            <a:pPr algn="just" marL="527722" indent="-175907" lvl="2">
              <a:lnSpc>
                <a:spcPts val="3499"/>
              </a:lnSpc>
              <a:buFont typeface="Arial"/>
              <a:buChar char="⚬"/>
            </a:pPr>
            <a:r>
              <a:rPr lang="en-US" sz="2499" spc="2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 the same font style(Poppins) and size for the placeholders in the PPT template. </a:t>
            </a:r>
          </a:p>
          <a:p>
            <a:pPr algn="just" marL="527722" indent="-175907" lvl="2">
              <a:lnSpc>
                <a:spcPts val="3499"/>
              </a:lnSpc>
              <a:buFont typeface="Arial"/>
              <a:buChar char="⚬"/>
            </a:pPr>
            <a:r>
              <a:rPr lang="en-US" sz="2499" spc="2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Do not forget to fill in your details on First page. </a:t>
            </a:r>
          </a:p>
          <a:p>
            <a:pPr algn="just" marL="527722" indent="-175907" lvl="2">
              <a:lnSpc>
                <a:spcPts val="3499"/>
              </a:lnSpc>
              <a:buFont typeface="Arial"/>
              <a:buChar char="⚬"/>
            </a:pPr>
            <a:r>
              <a:rPr lang="en-US" sz="2499" spc="2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Include the state along with your college name. </a:t>
            </a:r>
          </a:p>
          <a:p>
            <a:pPr algn="just" marL="527722" indent="-175907" lvl="2">
              <a:lnSpc>
                <a:spcPts val="3499"/>
              </a:lnSpc>
              <a:buFont typeface="Arial"/>
              <a:buChar char="⚬"/>
            </a:pPr>
            <a:r>
              <a:rPr lang="en-US" sz="2499" spc="2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Delete this slide once the final PPT is ready which abides by these instructions. </a:t>
            </a:r>
          </a:p>
          <a:p>
            <a:pPr algn="just" marL="527722" indent="-175907" lvl="2">
              <a:lnSpc>
                <a:spcPts val="3499"/>
              </a:lnSpc>
              <a:buFont typeface="Arial"/>
              <a:buChar char="⚬"/>
            </a:pPr>
            <a:r>
              <a:rPr lang="en-US" sz="2499" spc="2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final PPT must be submitted on our website </a:t>
            </a:r>
            <a:r>
              <a:rPr lang="en-US" sz="2499" spc="22" u="sng">
                <a:solidFill>
                  <a:srgbClr val="0000FF"/>
                </a:solidFill>
                <a:latin typeface="Poppins"/>
                <a:ea typeface="Poppins"/>
                <a:cs typeface="Poppins"/>
                <a:sym typeface="Poppins"/>
                <a:hlinkClick r:id="rId3" tooltip="https://hackfest.dev/register"/>
              </a:rPr>
              <a:t>https://hackfest.dev/register </a:t>
            </a:r>
          </a:p>
          <a:p>
            <a:pPr algn="just" marL="527722" indent="-175907" lvl="2">
              <a:lnSpc>
                <a:spcPts val="3499"/>
              </a:lnSpc>
              <a:buFont typeface="Arial"/>
              <a:buChar char="⚬"/>
            </a:pPr>
            <a:r>
              <a:rPr lang="en-US" sz="2499" spc="2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Confirm the file size does not exceed 5MB.</a:t>
            </a:r>
          </a:p>
          <a:p>
            <a:pPr algn="just" marL="527722" indent="-175907" lvl="2">
              <a:lnSpc>
                <a:spcPts val="3499"/>
              </a:lnSpc>
              <a:buFont typeface="Arial"/>
              <a:buChar char="⚬"/>
            </a:pPr>
            <a:r>
              <a:rPr lang="en-US" sz="2499" spc="2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Before submitting, rename the file Team_Name.pdf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DAHCO36XkhQ</dc:identifier>
  <dcterms:modified xsi:type="dcterms:W3CDTF">2011-08-01T06:04:30Z</dcterms:modified>
  <cp:revision>1</cp:revision>
  <dc:title>Hackfest26-ppt-template.pptx</dc:title>
</cp:coreProperties>
</file>